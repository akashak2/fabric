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Azure AKS: Accelerating Cloud-Native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Empowering modern application strategies for agility.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Driving scalability and operational efficiency in the cloud.</a:t>
            </a:r>
          </a:p>
        </p:txBody>
      </p:sp>
      <p:pic>
        <p:nvPicPr>
          <p:cNvPr id="4" name="Picture 3" descr="slide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Executive Summary: Unlocking Business Agility with AKS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**Situation:** Businesses demand rapid, scalable application deployment.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**Complication:** Managing complex container orchestration is resource-intensive.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**Question:** How can organizations simplify operations and accelerate innovation?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**Answer:** Azure AKS offers a managed, secure, and scalable platform for modern applications.</a:t>
            </a:r>
          </a:p>
        </p:txBody>
      </p:sp>
      <p:pic>
        <p:nvPicPr>
          <p:cNvPr id="4" name="Picture 3" descr="slide_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Understanding Azure Kubernetes Service (AKS)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**Definition:** AKS is a fully managed Kubernetes service on Microsoft Azure.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Simplifies deployment, management, and scaling of containerized applications.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Integrates seamlessly with Azure services for comprehensive solutions.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Reduces operational overhead for Kubernetes cluster management.</a:t>
            </a:r>
          </a:p>
        </p:txBody>
      </p:sp>
      <p:pic>
        <p:nvPicPr>
          <p:cNvPr id="4" name="Picture 3" descr="slide_3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AKS: A Business Analogy for Managed Orchestration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Imagine a highly automated factory floor for software production.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AKS manages the machinery (Kubernetes) and underlying infrastructure.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Teams focus on building products (applications), not maintaining tools.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Ensures consistent production and rapid scaling on demand.</a:t>
            </a:r>
          </a:p>
        </p:txBody>
      </p:sp>
      <p:pic>
        <p:nvPicPr>
          <p:cNvPr id="4" name="Picture 3" descr="slide_8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Azure AKS Architecture: Core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**Control Plane:** Managed by Azure, handles orchestration tasks and cluster state.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**Worker Nodes:** Your virtual machines running containerized applications.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Leverages Azure networking, storage, and monitoring for robust operations.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Provides high availability and automated upgrades for core components.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Key Benefits: Driving Efficiency and Innovation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**Scalability:** Automatically adjusts resources to meet fluctuating demand.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**Developer Agility:** Accelerates development cycles with consistent environments.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**Operational Efficiency:** Reduces infrastructure management burden and costs.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**Cost Optimization:** Pay-as-you-go model with efficient resource utilization.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Enhancing Security and Governance with AKS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Integrates with Azure Active Directory for robust identity management.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Implements network policies for secure communication between services.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Leverages Azure Security Center for continuous threat detection and protection.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Ensures compliance with built-in governance tools and policies.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Streamlining DevOps Practices with AKS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Facilitates continuous integration and continuous delivery (CI/CD) pipelines.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Supports GitOps for declarative infrastructure and application management.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Automates deployments and rollbacks for faster, more reliable releases.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Fosters collaboration between development and operations teams.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Case Study: Global Retailer's Digital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**Challenge:** Slow application deployment and scaling issues during peak seasons.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**Solution:** Migrated core e-commerce platform to Azure AKS.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**Results:** Achieved 40% faster feature delivery and 99.9% uptime [Infosys Research, 2023].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Realized significant cost savings on infrastructure and operations.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Strategic Action Plan for AKS Adoption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**Phase 1: Assessment &amp; Pilot:** Evaluate current applications, define use cases.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**Phase 2: Design &amp; Build:** Architect AKS environment, establish CI/CD pipelines.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**Phase 3: Migrate &amp; Optimize:** Transition applications, fine-tune performance and costs.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**Phase 4: Govern &amp; Scale:** Implement policies, expand AKS usage across the organization.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Appendix: Glossary of Key 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**Kubernetes:** Open-source system for automating deployment, scaling, and management of containerized applications.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**Container:** Lightweight, portable, executable software package that includes everything needed to run it.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**Pod:** The smallest deployable unit in Kubernetes, representing a single instance of a running process.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**Node:** A worker machine in a Kubernetes cluster, which runs containerized applications.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**Deployment:** A Kubernetes object that manages a set of identical Pods, ensuring a desired state.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