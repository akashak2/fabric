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What is Generative AI?</a:t>
            </a:r>
          </a:p>
          <a:p>
            <a:pPr>
              <a:defRPr sz="2000"/>
            </a:pPr>
            <a:r>
              <a:t>Key capabilities and applications</a:t>
            </a:r>
          </a:p>
          <a:p>
            <a:pPr>
              <a:defRPr sz="2000"/>
            </a:pPr>
            <a:r>
              <a:t>Brief history and evolution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Technologies Behind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Large Language Models (LLMs)</a:t>
            </a:r>
          </a:p>
          <a:p>
            <a:pPr>
              <a:defRPr sz="2000"/>
            </a:pPr>
            <a:r>
              <a:t>Transformers and attention mechanisms</a:t>
            </a:r>
          </a:p>
          <a:p>
            <a:pPr>
              <a:defRPr sz="2000"/>
            </a:pPr>
            <a:r>
              <a:t>Generative Adversarial Networks (GANs)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Across Industries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Content creation: text, images, audio, video</a:t>
            </a:r>
          </a:p>
          <a:p>
            <a:pPr>
              <a:defRPr sz="2000"/>
            </a:pPr>
            <a:r>
              <a:t>Drug discovery and materials science</a:t>
            </a:r>
          </a:p>
          <a:p>
            <a:pPr>
              <a:defRPr sz="2000"/>
            </a:pPr>
            <a:r>
              <a:t>Software development: code generation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Implementing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Increased efficiency and productivity</a:t>
            </a:r>
          </a:p>
          <a:p>
            <a:pPr>
              <a:defRPr sz="2000"/>
            </a:pPr>
            <a:r>
              <a:t>Reduced costs and improved ROI</a:t>
            </a:r>
          </a:p>
          <a:p>
            <a:pPr>
              <a:defRPr sz="2000"/>
            </a:pPr>
            <a:r>
              <a:t>Enhanced creativity and innovation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Bias and ethical considerations</a:t>
            </a:r>
          </a:p>
          <a:p>
            <a:pPr>
              <a:defRPr sz="2000"/>
            </a:pPr>
            <a:r>
              <a:t>Data privacy and security risks</a:t>
            </a:r>
          </a:p>
          <a:p>
            <a:pPr>
              <a:defRPr sz="2000"/>
            </a:pPr>
            <a:r>
              <a:t>Hallucinations and factual inaccuracies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Transparency and explainability</a:t>
            </a:r>
          </a:p>
          <a:p>
            <a:pPr>
              <a:defRPr sz="2000"/>
            </a:pPr>
            <a:r>
              <a:t>Fairness and avoiding discrimination</a:t>
            </a:r>
          </a:p>
          <a:p>
            <a:pPr>
              <a:defRPr sz="2000"/>
            </a:pPr>
            <a:r>
              <a:t>Responsible AI development and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GenAI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Continued advancements in model capabilities</a:t>
            </a:r>
          </a:p>
          <a:p>
            <a:pPr>
              <a:defRPr sz="2000"/>
            </a:pPr>
            <a:r>
              <a:t>Integration with other technologies</a:t>
            </a:r>
          </a:p>
          <a:p>
            <a:pPr>
              <a:defRPr sz="2000"/>
            </a:pPr>
            <a:r>
              <a:t>Transformative impact on society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Cases: Content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Automated article writing</a:t>
            </a:r>
          </a:p>
          <a:p>
            <a:pPr>
              <a:defRPr sz="2000"/>
            </a:pPr>
            <a:r>
              <a:t>Social media content generation</a:t>
            </a:r>
          </a:p>
          <a:p>
            <a:pPr>
              <a:defRPr sz="2000"/>
            </a:pPr>
            <a:r>
              <a:t>Creative writing and storytelling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GenAI Use Cases: Business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Customer service chatbots</a:t>
            </a:r>
          </a:p>
          <a:p>
            <a:pPr>
              <a:defRPr sz="2000"/>
            </a:pPr>
            <a:r>
              <a:t>Marketing campaign optimization</a:t>
            </a:r>
          </a:p>
          <a:p>
            <a:pPr>
              <a:defRPr sz="2000"/>
            </a:pPr>
            <a:r>
              <a:t>Data analysis and insights generation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