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GenAI: An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What is Generative AI?</a:t>
            </a:r>
          </a:p>
          <a:p>
            <a:pPr>
              <a:defRPr sz="2000"/>
            </a:pPr>
            <a:r>
              <a:t>Examples: Text, Images, Code</a:t>
            </a:r>
          </a:p>
          <a:p>
            <a:pPr>
              <a:defRPr sz="2000"/>
            </a:pPr>
            <a:r>
              <a:t>Key Capabilities &amp; Limitations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Technologies Behind GenAI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Large Language Models (LLMs)</a:t>
            </a:r>
          </a:p>
          <a:p>
            <a:pPr>
              <a:defRPr sz="2000"/>
            </a:pPr>
            <a:r>
              <a:t>Transformer Networks</a:t>
            </a:r>
          </a:p>
          <a:p>
            <a:pPr>
              <a:defRPr sz="2000"/>
            </a:pPr>
            <a:r>
              <a:t>Training Data &amp; Fine-tuning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Cases: Content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Automated Content Generation</a:t>
            </a:r>
          </a:p>
          <a:p>
            <a:pPr>
              <a:defRPr sz="2000"/>
            </a:pPr>
            <a:r>
              <a:t>Blog Posts, Articles, Marketing Copy</a:t>
            </a:r>
          </a:p>
          <a:p>
            <a:pPr>
              <a:defRPr sz="2000"/>
            </a:pPr>
            <a:r>
              <a:t>Scriptwriting &amp; Storytelling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Cases: Code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AI-Assisted Coding</a:t>
            </a:r>
          </a:p>
          <a:p>
            <a:pPr>
              <a:defRPr sz="2000"/>
            </a:pPr>
            <a:r>
              <a:t>Generating Code from Natural Language</a:t>
            </a:r>
          </a:p>
          <a:p>
            <a:pPr>
              <a:defRPr sz="2000"/>
            </a:pPr>
            <a:r>
              <a:t>Debugging &amp; Code Completion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Cases: Image &amp; Video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Creating Realistic Images &amp; Videos</a:t>
            </a:r>
          </a:p>
          <a:p>
            <a:pPr>
              <a:defRPr sz="2000"/>
            </a:pPr>
            <a:r>
              <a:t>Artistic Styles &amp; Visual Effects</a:t>
            </a:r>
          </a:p>
          <a:p>
            <a:pPr>
              <a:defRPr sz="2000"/>
            </a:pPr>
            <a:r>
              <a:t>Design &amp; Prototyping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Benefits of Using GenAI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Increased Efficiency &amp; Productivity</a:t>
            </a:r>
          </a:p>
          <a:p>
            <a:pPr>
              <a:defRPr sz="2000"/>
            </a:pPr>
            <a:r>
              <a:t>Cost Reduction</a:t>
            </a:r>
          </a:p>
          <a:p>
            <a:pPr>
              <a:defRPr sz="2000"/>
            </a:pPr>
            <a:r>
              <a:t>Enhanced Creativity &amp; Innovation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&amp; Ethical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Bias in Training Data</a:t>
            </a:r>
          </a:p>
          <a:p>
            <a:pPr>
              <a:defRPr sz="2000"/>
            </a:pPr>
            <a:r>
              <a:t>Misinformation &amp; Deepfakes</a:t>
            </a:r>
          </a:p>
          <a:p>
            <a:pPr>
              <a:defRPr sz="2000"/>
            </a:pPr>
            <a:r>
              <a:t>Copyright &amp; Intellectual Property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Future of GenAI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Continued Advancements in AI Models</a:t>
            </a:r>
          </a:p>
          <a:p>
            <a:pPr>
              <a:defRPr sz="2000"/>
            </a:pPr>
            <a:r>
              <a:t>Integration with Existing Tools</a:t>
            </a:r>
          </a:p>
          <a:p>
            <a:pPr>
              <a:defRPr sz="2000"/>
            </a:pPr>
            <a:r>
              <a:t>New Applications &amp; Possibilities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Getting Started with GenAI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Available Platforms &amp; APIs</a:t>
            </a:r>
          </a:p>
          <a:p>
            <a:pPr>
              <a:defRPr sz="2000"/>
            </a:pPr>
            <a:r>
              <a:t>Experimentation &amp; Learning</a:t>
            </a:r>
          </a:p>
          <a:p>
            <a:pPr>
              <a:defRPr sz="2000"/>
            </a:pPr>
            <a:r>
              <a:t>Building GenAI-Powered Applications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GenAI: Responsible Innovation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Focus on Ethical Implications</a:t>
            </a:r>
          </a:p>
          <a:p>
            <a:pPr>
              <a:defRPr sz="2000"/>
            </a:pPr>
            <a:r>
              <a:t>Promote Transparency and Explainability</a:t>
            </a:r>
          </a:p>
          <a:p>
            <a:pPr>
              <a:defRPr sz="2000"/>
            </a:pPr>
            <a:r>
              <a:t>Develop Safeguards against Misuse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