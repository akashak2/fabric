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is Generative AI?</a:t>
            </a:r>
          </a:p>
          <a:p>
            <a:pPr>
              <a:defRPr sz="2000"/>
            </a:pPr>
            <a:r>
              <a:t>Key capabilities: text, image, audio, video</a:t>
            </a:r>
          </a:p>
          <a:p>
            <a:pPr>
              <a:defRPr sz="2000"/>
            </a:pPr>
            <a:r>
              <a:t>Brief history and evolution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GenAI Models: A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Large Language Models (LLMs)</a:t>
            </a:r>
          </a:p>
          <a:p>
            <a:pPr>
              <a:defRPr sz="2000"/>
            </a:pPr>
            <a:r>
              <a:t>Diffusion Models</a:t>
            </a:r>
          </a:p>
          <a:p>
            <a:pPr>
              <a:defRPr sz="2000"/>
            </a:pPr>
            <a:r>
              <a:t>Generative Adversarial Networks (GANs)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GenAI: Content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Automated content generation for marketing</a:t>
            </a:r>
          </a:p>
          <a:p>
            <a:pPr>
              <a:defRPr sz="2000"/>
            </a:pPr>
            <a:r>
              <a:t>Drafting articles and reports</a:t>
            </a:r>
          </a:p>
          <a:p>
            <a:pPr>
              <a:defRPr sz="2000"/>
            </a:pPr>
            <a:r>
              <a:t>Creating social media posts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GenAI: Design &amp;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Generating images from text prompts</a:t>
            </a:r>
          </a:p>
          <a:p>
            <a:pPr>
              <a:defRPr sz="2000"/>
            </a:pPr>
            <a:r>
              <a:t>Creating unique designs and patterns</a:t>
            </a:r>
          </a:p>
          <a:p>
            <a:pPr>
              <a:defRPr sz="2000"/>
            </a:pPr>
            <a:r>
              <a:t>Assisting artists with creative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GenAI: Code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Automated code completion and generation</a:t>
            </a:r>
          </a:p>
          <a:p>
            <a:pPr>
              <a:defRPr sz="2000"/>
            </a:pPr>
            <a:r>
              <a:t>Assisting developers with debugging</a:t>
            </a:r>
          </a:p>
          <a:p>
            <a:pPr>
              <a:defRPr sz="2000"/>
            </a:pPr>
            <a:r>
              <a:t>Generating code from natural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GenAI: 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Creating synthetic data for training models</a:t>
            </a:r>
          </a:p>
          <a:p>
            <a:pPr>
              <a:defRPr sz="2000"/>
            </a:pPr>
            <a:r>
              <a:t>Addressing data scarcity issues</a:t>
            </a:r>
          </a:p>
          <a:p>
            <a:pPr>
              <a:defRPr sz="2000"/>
            </a:pPr>
            <a:r>
              <a:t>Improving model robustness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GenAI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Increased efficiency and productivity</a:t>
            </a:r>
          </a:p>
          <a:p>
            <a:pPr>
              <a:defRPr sz="2000"/>
            </a:pPr>
            <a:r>
              <a:t>Reduced costs and faster turnaround times</a:t>
            </a:r>
          </a:p>
          <a:p>
            <a:pPr>
              <a:defRPr sz="2000"/>
            </a:pPr>
            <a:r>
              <a:t>Enhanced creativity and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GenAI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Bias and fairness concerns</a:t>
            </a:r>
          </a:p>
          <a:p>
            <a:pPr>
              <a:defRPr sz="2000"/>
            </a:pPr>
            <a:r>
              <a:t>Ethical considerations and misuse potential</a:t>
            </a:r>
          </a:p>
          <a:p>
            <a:pPr>
              <a:defRPr sz="2000"/>
            </a:pPr>
            <a:r>
              <a:t>Computational resources and energy consumption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GenAI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Emerging trends and research areas</a:t>
            </a:r>
          </a:p>
          <a:p>
            <a:pPr>
              <a:defRPr sz="2000"/>
            </a:pPr>
            <a:r>
              <a:t>Potential impact on various industries</a:t>
            </a:r>
          </a:p>
          <a:p>
            <a:pPr>
              <a:defRPr sz="2000"/>
            </a:pPr>
            <a:r>
              <a:t>Evolving regulatory landscape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GenAI and the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Integrating GenAI into existing workflows</a:t>
            </a:r>
          </a:p>
          <a:p>
            <a:pPr>
              <a:defRPr sz="2000"/>
            </a:pPr>
            <a:r>
              <a:t>Choosing the right GenAI solutions</a:t>
            </a:r>
          </a:p>
          <a:p>
            <a:pPr>
              <a:defRPr sz="2000"/>
            </a:pPr>
            <a:r>
              <a:t>Training and upskilling employees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with GenAI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Available platforms and tools</a:t>
            </a:r>
          </a:p>
          <a:p>
            <a:pPr>
              <a:defRPr sz="2000"/>
            </a:pPr>
            <a:r>
              <a:t>Open-source resources and communities</a:t>
            </a:r>
          </a:p>
          <a:p>
            <a:pPr>
              <a:defRPr sz="2000"/>
            </a:pPr>
            <a:r>
              <a:t>Learning resources and tutorials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Successful GenAI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Case Study 1: Company X</a:t>
            </a:r>
          </a:p>
          <a:p>
            <a:pPr>
              <a:defRPr sz="2000"/>
            </a:pPr>
            <a:r>
              <a:t>Case Study 2: Organization Y</a:t>
            </a:r>
          </a:p>
          <a:p>
            <a:pPr>
              <a:defRPr sz="2000"/>
            </a:pPr>
            <a:r>
              <a:t>Key takeaways from real-world examples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Open forum for questions and answers</a:t>
            </a:r>
          </a:p>
          <a:p>
            <a:pPr>
              <a:defRPr sz="2000"/>
            </a:pPr>
            <a:r>
              <a:t>Discussing potential applications and concerns</a:t>
            </a:r>
          </a:p>
          <a:p>
            <a:pPr>
              <a:defRPr sz="2000"/>
            </a:pPr>
            <a:r>
              <a:t>Sharing insights and perspectives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