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Strategic Imperative for Modern Enterprises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Driving Efficiency, Scalability, and Digital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Traditional IT faces challenges: high costs, slow provisioning, limited scalability.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Businesses require agility, cost efficiency, and rapid innovation to compete effectively.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Cloud computing offers a flexible, scalable, and cost-effective alternative for IT resources.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Adopting cloud drives operational efficiency and accelerates digital transformation.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Cloud computing delivers on-demand computing services over the internet.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Resources include servers, storage, databases, networking, and software.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Business Analogy: Like electricity, you pay for what you use, without owning infrastructure.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Shifts capital expenditure to operational expenditure for IT resources.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743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Infrastructure as a Service (IaaS): Provides virtualized computing resources over the internet.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Platform as a Service (PaaS): Offers a platform for developing, running, and managing applications.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Software as a Service (SaaS): Delivers ready-to-use applications over the internet.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Technical Deep Dive: Each model offers distinct levels of control, impacting management and flexibility.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743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Public Cloud: Services offered by third-party providers over the public internet.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Private Cloud: Dedicated cloud infrastructure for a single organization.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Hybrid Cloud: Combines public and private clouds, enabling data and application portability.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Technical Deep Dive: Multi-cloud strategies leverage multiple public cloud providers to mitigate vendor lock-in and…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743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Enhanced Scalability: Rapidly adjust resources to meet fluctuating demand.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Cost Optimization: Reduce capital expenditure with pay-as-you-go pricing.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Increased Agility: Accelerate development and deployment of new services.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Global Reach: Deploy applications closer to users for improved performance.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Cloud transformation is the strategic shift of IT infrastructure and applications to cloud.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It involves re-evaluating processes, people, and technology for cloud-native operations.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Business Analogy: Moving from owning a power plant to subscribing to a utility service.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Focuses on optimizing business outcomes, not just IT migration.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743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Rehost (Lift &amp; Shift): Move applications to cloud with minimal changes.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Replatform (Lift &amp; Tinker): Optimize applications for cloud benefits without re-architecting.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Refactor/Re-architect: Rebuild applications to fully leverage cloud-native features.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Technical Deep Dive: Beyond Rehost, Replatform, Refactor, other strategies include Repurchase, Retire, and Retain.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743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Cloud data architecture designs how data is stored, processed, and accessed in cloud.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Leverages cloud-native databases, data lakes, and analytics services.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Ensures data availability, integrity, and performance across distributed systems.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Technical Deep Dive: Cloud data architectures support advanced analytics, machine learning, and real-time processing…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743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Shared Responsibility Model: Cloud provider secures the cloud, customer secures in the cloud.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Implement robust identity and access management (IAM) controls.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Ensure data encryption, network security, and continuous monitoring.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Technical Deep Dive: Robust governance policies are crucial for compliance, risk management, and cost control in…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743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Situation: Legacy infrastructure struggled with peak season demand and high costs.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Solution: Migrated e-commerce platform and data analytics to a hybrid cloud.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Outcome: Achieved 40% cost reduction and 3x faster new feature deployment [Infosys Research, 2023].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Impact: Improved customer experience and enhanced data-driven decision making.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743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Cost Management: Optimize spending with FinOps practices and resource tagging.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Skill Gaps: Invest in training and upskilling internal teams.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Data Gravity: Plan data placement carefully to minimize latency and egress costs.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Vendor Lock-in: Design for portability using open standards and multi-cloud strategies.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Phase 1: Assessment &amp; Strategy (3-6 months): Define cloud strategy, assess readiness.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Phase 2: Pilot &amp; Foundation (6-12 months): Migrate non-critical workloads, establish cloud foundation.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Phase 3: Core Migration (12-24 months): Migrate critical applications, optimize architecture.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Phase 4: Optimization &amp; Innovation (Ongoing): Continuously optimize costs, leverage advanced services.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743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Cloud computing is a strategic imperative for modern enterprises.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It delivers unparalleled agility, scalability, and cost efficiency.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A well-planned cloud transformation drives innovation and competitive advantage.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Partner with experts to navigate complexities and maximize cloud benefits.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1600" b="1">
                <a:latin typeface="Arial"/>
              </a:defRPr>
            </a:pPr>
            <a:r>
              <a:rPr sz="1600">
                <a:latin typeface="Arial"/>
              </a:rPr>
              <a:t>IaaS: Infrastructure as a Service.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PaaS: Platform as a Service.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SaaS: Software as a Service.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FinOps: Financial Operations for cloud cost management.</a:t>
            </a:r>
          </a:p>
          <a:p>
            <a:pPr algn="l">
              <a:defRPr sz="1600">
                <a:latin typeface="Arial"/>
              </a:defRPr>
            </a:pPr>
            <a:r>
              <a:rPr sz="1600">
                <a:latin typeface="Arial"/>
              </a:rPr>
              <a:t>Hybrid Cloud: Mix of public and private cloud environments.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